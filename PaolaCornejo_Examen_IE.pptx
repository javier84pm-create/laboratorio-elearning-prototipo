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E-LEARNING · DIAGNÓSTICO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Ficha del Caso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1155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 digital, capacitación y diseño instruccional.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005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389120" y="11155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0" y="138988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retención del conocimiento y falta de motivación en formación digital.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05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0" y="11155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138988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propuesto: ACHS · IPLACEX · Municipalidad de Santiago · OTEC acreditadas SENCE.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33172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44144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157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Capacitaciones extensas, pasivas y difíciles de completar junto al trabajo/estudio.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389120" y="244144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0" y="27157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 final, RRHH/capacitación (ej. ACHS), IPLACEX, municipios y TI/LMS del cliente.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2440" y="233172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29600" y="244144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(Por qué)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27157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 que el aprendizaje digital sea breve, aplicable y medible, sin fricción de implementación.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3840480"/>
            <a:ext cx="11338560" cy="2468880"/>
          </a:xfrm>
          <a:prstGeom prst="roundRect">
            <a:avLst>
              <a:gd name="adj" fmla="val 3704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0080" y="402336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central ¿Cómo podría…?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43484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podría Laboratorio E-Learning mejorar la motivación y retención del conocimiento mediante experiencias digitales breves, interactivas y adaptables, sin aumentar la complejidad de implementación para sus clientes?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 EMPÁTICA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Usuario — “El aprendiz con poco tiempo”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3749040" cy="5349240"/>
          </a:xfrm>
          <a:prstGeom prst="roundRect">
            <a:avLst>
              <a:gd name="adj" fmla="val 2439"/>
            </a:avLst>
          </a:prstGeom>
          <a:solidFill>
            <a:srgbClr val="0D6B5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430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Adulto 28–45 años, trabajador o estudiante, capacitaciones obligatorias o de desarrollo.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COMPORTAMIENTOS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Pospone módulos largos, multitarea en el celular, prioriza tareas operativas frente a cursos pasivos.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Capacitarse sin detener la jornada y aplicar lo aprendido de inmediato.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representa al segmento?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 el dolor común de empresas, universidades, OTEC y sector público: poco tiempo + baja retención.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960120"/>
            <a:ext cx="3657600" cy="5349240"/>
          </a:xfrm>
          <a:prstGeom prst="roundRect">
            <a:avLst>
              <a:gd name="adj" fmla="val 2500"/>
            </a:avLst>
          </a:prstGeom>
          <a:solidFill>
            <a:srgbClr val="FDECE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DOLORES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Cursos demasiado extensos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0" y="2423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Falta de tiempo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31089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Contenido demasiado teórico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37947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Fatiga digital / pantallas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4805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Poco feedback de progreso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83880" y="960120"/>
            <a:ext cx="3566160" cy="3246120"/>
          </a:xfrm>
          <a:prstGeom prst="roundRect">
            <a:avLst>
              <a:gd name="adj" fmla="val 2817"/>
            </a:avLst>
          </a:prstGeom>
          <a:solidFill>
            <a:srgbClr val="DDF5E9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1143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ALEGRÍAS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Aprender algo aplicable ya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1248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Saber cuánto demorará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Pequeñas metas / insignias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Aprender desde el celular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83880" y="4389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45720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BARRERAS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49377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limitado · desmotivación · irrelevancia percibida · UX poco amigable en móvil.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IDEACIÓN · SCAMPER + Enfoque Tradicional Optimizado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La Solución — Microlearning con casos reales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14400"/>
            <a:ext cx="11338560" cy="640080"/>
          </a:xfrm>
          <a:prstGeom prst="roundRect">
            <a:avLst>
              <a:gd name="adj" fmla="val 14286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024128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núcleo: Microcápsulas de 3–5 min + Casos multimedia de actores reales + Gamificación ligera + Evaluación práctica inmediata.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91640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SCAMPER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965960"/>
          <a:ext cx="11338560" cy="914400"/>
        </p:xfrm>
        <a:graphic>
          <a:graphicData uri="http://schemas.openxmlformats.org/drawingml/2006/table">
            <a:tbl>
              <a:tblPr/>
              <a:tblGrid>
                <a:gridCol w="1618488"/>
                <a:gridCol w="1618488"/>
                <a:gridCol w="1618488"/>
                <a:gridCol w="1618488"/>
                <a:gridCol w="1618488"/>
                <a:gridCol w="1618488"/>
                <a:gridCol w="162763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Sustituir manuales PDF y módulos largos por microcápsulas interactivas con videos de casos reales / dramatizaciones.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Combinar aprendizaje con flujo diario (intranet/correo) mediante píldoras formativas.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Adaptar gamificación ligera (progreso/insignias) a cursos institucionales.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Modificar a rutas de decisión ramificadas según respuestas previas.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usos: consulta just-in-time de procedimientos operativos estandarizados.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 quizzes teóricos largos → práctica de resolución de casos por cápsula.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Reordenar: desafío práctico primero, teoría después.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3246120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ideas seleccionadas (impacto · valor · innovación · factibilidad)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520440"/>
          <a:ext cx="11338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560320"/>
                <a:gridCol w="2743200"/>
                <a:gridCol w="1463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cliente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Innovación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Factib.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Microlearning + Casos Reales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Más atención y retención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Capacitación breve y escalable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Videos / dramatizaciones de terreno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Gamificación ligera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Más motivación y finalización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 finalización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Progreso e insignias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Evaluación práctica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Refuerzo inmediato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de aprendizaje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contextual y de pares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11480" y="5074920"/>
            <a:ext cx="113385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594360" y="516636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tradicional optimizado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94360" y="546811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microcápsulas con videos de casos reales / dramatizaciones y simulaciones ramificadas. Integración vía LMS/SCORM. Cápsula ≤5 min + tiempo visible. Sin avatares inteligentes ni plataforma propia.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Aplicable a: Empresas · Universidades · OTEC · Organismos públicos  |  Detalle completo en Anexos 8–9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FUNCIONAL · MOCKUPS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El Prototipo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046720" y="822960"/>
            <a:ext cx="3794760" cy="4261104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0" y="100584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muestra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0" y="137160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Inicio — 3 min + CTA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1755648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Aprendizaje — Video de caso real / dramatización + Solo audio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0" y="213969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Evaluación — dilemas y decisiones (botones táctiles)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0" y="2523744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 Resultado — 100% de avance + insignia obtenida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0" y="290779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Dashboard institucional — métricas en tiempo real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0" y="338328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dolor → solución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29600" y="370332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tiempo → cápsula 3–5 min · Desmotivación → progreso + insignia · Baja retención → evaluación práctica por casos · Falta de seguimiento → dashboard institucional.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212080"/>
          <a:ext cx="116128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Solución SmartCaps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Prioriza lo operativo; el curso largo se percibe como pérdida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Cápsula de 3–5 min + tiempo visible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Brevedad gatilla interés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retención / desmotivación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Olvida si es pasivo; necesita metas cortas y casos reales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Evaluación práctica por casos + progreso/insignia + 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Práctica activa y refuerzo visual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pic>
        <p:nvPicPr>
          <p:cNvPr id="17" name="Picture 16" descr="mockup-prototipo-sli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22960"/>
            <a:ext cx="7589520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Business Model Canvas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1480" y="1051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Alianzas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2011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(Moodle/SAP), productoras AV, IPLACEX, mutuales (ej. ACHS) y municipios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960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43200" y="1051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0" y="1325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Diseño, producción, adaptación, implementación y medición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43200" y="2194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43200" y="2468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instruccional experto, producción audiovisual, multimedia y LMS/SCORM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83480" y="960120"/>
            <a:ext cx="2286000" cy="2148840"/>
          </a:xfrm>
          <a:prstGeom prst="roundRect">
            <a:avLst>
              <a:gd name="adj" fmla="val 4255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74920" y="1051560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valor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1325880"/>
            <a:ext cx="21031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breve, atractiva, medible y adaptable (microlearning con casos multimedia y simulaciones ramificadas)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06640" y="960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0" y="1051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98080" y="1325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Consultoría inicial + personalización + soporte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06640" y="2103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0" y="2194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468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B2B, web, alianzas, demos y licitaciones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738360" y="960120"/>
            <a:ext cx="2103120" cy="2148840"/>
          </a:xfrm>
          <a:prstGeom prst="roundRect">
            <a:avLst>
              <a:gd name="adj" fmla="val 4348"/>
            </a:avLst>
          </a:prstGeom>
          <a:solidFill>
            <a:srgbClr val="FDE7DB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829800" y="10515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829800" y="1325880"/>
            <a:ext cx="19202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ACHS · IPLACEX · Municipalidad de Santiago · OTEC acreditadas SENCE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24612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1480" y="33375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" y="36118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académico, producción audiovisual (actores/videos), software, infraestructura y soporte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324612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63640" y="33375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63640" y="36118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Programas, paquetes de cápsulas, licencias/recurrente y personalización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480560"/>
            <a:ext cx="11521440" cy="1051560"/>
          </a:xfrm>
          <a:prstGeom prst="roundRect">
            <a:avLst>
              <a:gd name="adj" fmla="val 8696"/>
            </a:avLst>
          </a:prstGeom>
          <a:solidFill>
            <a:srgbClr val="0D6B5C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02920" y="461772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Hilo rojo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493776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institucional → dolor del aprendiz (tiempo / motivación / retención) → SmartCaps (micro + casos reales + evaluación + métricas)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20040" y="5669280"/>
            <a:ext cx="115214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Sostenibilidad (deseable): dimensión social/económica — reduce tiempo improductivo de formación y democratiza acceso a capacitación aplicable en el ecosistema chileno (empresas, educación y sector público).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 CREATIVA · IMPACTO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Antes vs Después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FDECEC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234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Curso tradicional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6517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🕐  45–60 minutos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😴  Baja motivación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Abandono / baja retención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100584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DDF5E9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766560" y="1234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SMARTCAPS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17830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Microcápsula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3–5 minutos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0" y="27889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  Casos reales + interacción multimedia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2918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Evaluación inmediata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0" y="37947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Progreso visible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4297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Resultados institucionales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5532120"/>
            <a:ext cx="11338560" cy="960120"/>
          </a:xfrm>
          <a:prstGeom prst="roundRect">
            <a:avLst>
              <a:gd name="adj" fmla="val 9524"/>
            </a:avLst>
          </a:prstGeom>
          <a:solidFill>
            <a:srgbClr val="0D6B5C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" y="566928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“Aprender lo necesario, en el momento necesario.”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PITCH · 1:50–2:15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Pitch y Cierre — AIDA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DE7DB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4360" y="112471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12471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09728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3716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 conocimiento se pierde cuando una capacitación corporativa u online se completa solo porque es obligatoria?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201168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4360" y="217627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1762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14884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Interés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2423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SmartCaps transforma contenidos extensos en microcápsulas interactivas de 3–5 minutos basadas en escenarios y casos reales.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DDF5E9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94360" y="32278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3227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20040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474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multimedia dinámicos + evaluación práctica + gamificación ligera: aprender sin detener la jornada y dar trazabilidad completa a la institución (vía LMS/SCORM).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" y="411480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94360" y="427939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94360" y="427939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" y="42519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4526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con un módulo real → medir finalización, participación y aprendizaje → escalar con evidencia.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OneDrive (IPLACEX): [PEGAR ENLACE] · 1:50–2:15 máx. · Archivo: PaolaCornejo_Video_Examen_IE · Intro: Paola Carmen Cornejo Carlevarino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NO FORMA PARTE DEL PITCH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SCAMPER completo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38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Aplicación al caso Laboratorio E-Learning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— Sustituir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Sustituir manuales PDF y módulos largos por microcápsulas interactivas con videos de casos reales / dramatizaciones.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Combinar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Combinar aprendizaje con el flujo de trabajo (correo/intranet) como píldoras formativas.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Adaptar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Adaptar mecánicas de juego (progreso, insignias) a cursos institucionales.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— Modificar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Pasar de diseño estático a rutas de decisión ramificadas según respuestas previas.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— Otros usos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Catálogo también como repositorio just-in-time para dudas operativas.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— Eliminar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 evaluaciones teóricas largas; validación práctica por microcápsula.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— Reordenar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Primero desafío/caso práctico; después la teoría necesaria.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expediente Evaluación 2 (G4) + cierre individual examen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CRITERIOS DE DISEÑO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Criterios de diseño y validación pedagógica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5577840" cy="52120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097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1 — Formato de contenido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508760"/>
            <a:ext cx="52120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la inmersión mediante dramatizaciones en video de situaciones reales de terreno frente a la teoría estática, validando que el formato de 3 a 5 minutos disminuye la fatiga digital.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960120"/>
            <a:ext cx="5577840" cy="52120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55080" y="1097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2 — Accesibilidad y compatibilidad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1508760"/>
            <a:ext cx="52120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Asegurar que los componentes interactivos funcionen de forma nativa en plataformas LMS existentes (como Moodle o SAP) mediante paquetes SCORM estándar, sin requerir desarrollos tecnológicos complejos ni plataformas externas.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CONSTRUIR–MEDIR–APRENDER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Validación, iteración y matriz ampliada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1338560" cy="2011680"/>
          </a:xfrm>
          <a:prstGeom prst="roundRect">
            <a:avLst>
              <a:gd name="adj" fmla="val 4545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documentado al prototipo (desde testeo previo)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Cambio: eliminar drag-and-drop → botones táctiles grandes + modo Solo audio + “Intentos ilimitados”.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Por qué: fricción en móvil detectada en usuario de terreno (vendedor).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Pendiente: validar reporte de métricas en LMS clientes (Moodle/SAP) sin errores de compatibilidad.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200400"/>
          <a:ext cx="11338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Funcionalidad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Evidencia/supuesto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Abandono por tiempo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Capacitación vista como pérdida productiva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Cápsulas 3–5 min + cronómetro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Evidencia: brevedad genera interés / supuesto ≤5 min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retención teórica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Olvida sin aplicación inmediata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Mini-quiz práctico por cápsula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Evidencia: práctica activa fija conocimiento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feedback de progreso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Frustración ante cursos interminables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Insignia + barra + dashboard RRHH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Supuesto: refuerzo visual aumenta retorno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Fricción móvil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Drag-and-drop falla en pantallas chicas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Botones grandes + Solo audio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testeo usuario en terreno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REVISIÓN DEL GUION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Revisión del guion AIDA (calidad oral)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26080" y="100584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6187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0" y="114300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docentes + lectura en voz alta (cronómetro 1:50–2:15)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19659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926080" y="196596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22219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08960" y="210312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Revisar: gancho, empatía con el aprendiz, valor sin IA/avatars, clientes concretos (ACHS/IPLACEX/Mun. Santiago), CTA de piloto y ritmo oral.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9260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926080" y="292608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31821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hechos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306324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Frases cortas; dolor del aprendiz; LMS/SCORM; clientes con nombre; cierre con piloto medible; sin jerga de IA.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88620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926080" y="388620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48640" y="41422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hechos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108960" y="402336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 IPLACEX; gancho retórico; deseo con casos reales + trazabilidad; acción = piloto ACHS + métricas; duración 1:50–2:15.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484632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926080" y="484632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51023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final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98348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lámina 7 + guion-video-aida-2min.md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FORMALIDADES DE ENTREGA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Checklist de entrega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PPT/PDF exactamente 7 láminas de pitch (+ anexos desde la 8) — nombre: PaolaCornejo_Examen_IE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64592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175564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Video 1:50–2:15 — nombre: PaolaCornejo_Video_Examen_IE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28600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3957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Intro obligatoria: Paola Carmen Cornejo Carlevarino · Innovación y Emprendimiento · fines educativos IPLACEX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0358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Estructura AIDA · continuo · ≥720p · SIN IA/avatars · 1:50–2:15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56616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367588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Subir a OneDrive institucional · enlace verificable · NO YouDrive/YouTube/redes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420624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43159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Pegar enlace en lámina 7 · entrega hasta 21-sep-2026 23:59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484632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" y="495604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Trabajo individual · caso Laboratorio E-Learning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1480" y="548640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5596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Datos del dashboard: demostrativos del prototipo (no evidencia de cliente real)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Examen IE — Laboratorio E-Learning · SmartCaps</dc:title>
  <dc:subject>7 láminas + anexos — Paola Cornejo</dc:subject>
  <dc:creator>Paola Carmen Cornejo Carlevarino</dc:creator>
  <cp:lastModifiedBy>Paola Carmen Cornejo Carlevarino</cp:lastModifiedBy>
  <cp:revision>1</cp:revision>
  <dcterms:created xsi:type="dcterms:W3CDTF">2026-09-12T01:15:50Z</dcterms:created>
  <dcterms:modified xsi:type="dcterms:W3CDTF">2026-09-12T01:15:50Z</dcterms:modified>
</cp:coreProperties>
</file>