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E-LEARNING · DIAGNÓSTICO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Ficha del Caso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digital, capacitación y diseño instruccional.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1155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38988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retención del conocimiento y falta de motivación en formación digital.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05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155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138988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· Universidades · OTEC · Organismos públicos.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33172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414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715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Capacitaciones extensas, pasivas y difíciles de completar junto al trabajo/estudio.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233172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4414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715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final, RRHH/capacitación, instituciones, TI y plataformas LMS.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233172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4414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(Por qué)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2715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que el aprendizaje digital sea breve, aplicable y medible, sin fricción de implementación.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840480"/>
            <a:ext cx="11338560" cy="2468880"/>
          </a:xfrm>
          <a:prstGeom prst="roundRect">
            <a:avLst>
              <a:gd name="adj" fmla="val 3704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23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central ¿Cómo podría…?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podría Laboratorio E-Learning mejorar la motivación y retención del conocimiento mediante experiencias digitales breves, interactivas y adaptables, sin aumentar la complejidad de implementación para sus clientes?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EMPÁTICA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Usuario — “El aprendiz con poco tiempo”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0D6B5C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5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Adulto 28–45 años, trabajador o estudiante, capacitaciones obligatorias o de desarrollo.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5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Pospone módulos largos, multitarea en el celular, prioriza tareas operativas frente a cursos pasivos.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5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Capacitarse sin detener la jornada y aplicar lo aprendido de inmediato.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5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representa al segmento?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 el dolor común de empresas, universidades, OTEC y sector público: poco tiempo + baja retención.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960120"/>
            <a:ext cx="3657600" cy="5349240"/>
          </a:xfrm>
          <a:prstGeom prst="roundRect">
            <a:avLst>
              <a:gd name="adj" fmla="val 2500"/>
            </a:avLst>
          </a:prstGeom>
          <a:solidFill>
            <a:srgbClr val="FDECEC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Cursos demasiado extensos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Falta de tiempo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Contenido demasiado teórico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794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Fatiga digital / pantallas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Poco feedback de progreso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83880" y="96012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DDF5E9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1143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ALEGRÍAS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Aprender algo aplicable ya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Saber cuánto demorará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Pequeñas metas / insignias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Aprender desde el celular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83880" y="4389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5720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BARRERAS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limitado · desmotivación · irrelevancia percibida · UX poco amigable en móvil.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IDEACIÓN · SCAMPER + Enfoque Tradicional Optimizado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 Solución — Microlearning con casos reales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11338560" cy="640080"/>
          </a:xfrm>
          <a:prstGeom prst="roundRect">
            <a:avLst>
              <a:gd name="adj" fmla="val 14286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0241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núcleo: Microcápsulas de 3–5 min + Casos multimedia de actores reales + Gamificación ligera + Evaluación práctica inmediata.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SCAMPER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65960"/>
          <a:ext cx="11338560" cy="914400"/>
        </p:xfrm>
        <a:graphic>
          <a:graphicData uri="http://schemas.openxmlformats.org/drawingml/2006/table">
            <a:tbl>
              <a:tblPr/>
              <a:tblGrid>
                <a:gridCol w="1618488"/>
                <a:gridCol w="1618488"/>
                <a:gridCol w="1618488"/>
                <a:gridCol w="1618488"/>
                <a:gridCol w="1618488"/>
                <a:gridCol w="1618488"/>
                <a:gridCol w="162763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Sustituir manuales PDF y módulos largos por microcápsulas interactivas con videos de casos reales / dramatizaciones.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Combinar aprendizaje con flujo diario (intranet/correo) mediante píldoras formativas.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Adaptar gamificación ligera (progreso/insignias) a cursos institucionales.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Modificar a rutas de decisión ramificadas según respuestas previas.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Otros usos: consulta just-in-time de procedimientos operativos estandarizados.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Eliminar quizzes teóricos largos → práctica de resolución de casos por cápsula.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Reordenar: desafío práctico primero, teoría después.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324612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ideas seleccionadas (impacto · valor · innovación · factibilidad)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20440"/>
          <a:ext cx="11338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560320"/>
                <a:gridCol w="274320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cliente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Factib.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Microlearning + Casos Reales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atención y retención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Capacitación breve y escalable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Videos / dramatizaciones de terreno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Gamificación ligera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motivación y finalización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 finalización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Progreso e insignias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Evaluación práctica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Refuerzo inmediato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de aprendizaje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contextual y de pares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11480" y="5074920"/>
            <a:ext cx="113385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94360" y="51663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tradicional optimizado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" y="5468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microcápsulas con videos de casos reales / dramatizaciones y simulaciones ramificadas estáticas. Integración vía LMS/SCORM. Cápsula ≤5 min + tiempo visible antes de empezar. Sin plataforma propia ni avatares de IA.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Aplicable a: Empresas · Universidades · OTEC · Organismos públicos  |  Detalle completo en Anexos 8–9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FUNCIONAL · MOCKUPS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El Prototipo</a:t>
            </a:r>
            <a:endParaRPr lang="en-US" sz="2600" dirty="0"/>
          </a:p>
        </p:txBody>
      </p:sp>
      <p:pic>
        <p:nvPicPr>
          <p:cNvPr id="7" name="Image 0" descr="/Users/javierpinochetmaureira/Downloads/laboratorio-elearning-prototipo/docs/mockups/lamina-4-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589520" cy="42611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46720" y="822960"/>
            <a:ext cx="3794760" cy="42611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0" y="10058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muestra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13716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Inicio — 3 min + CTA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1755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Aprendizaje — Video de caso real / dramatización + Solo audio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21396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Evaluación — dilemas y decisiones (botones táctiles)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252374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Resultado — 100% de avance + insignia obtenida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29077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Dashboard institucional — métricas en tiempo real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33832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dolor → solución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370332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tiempo → cápsula 3–5 min · Desmotivación → progreso + insignia · Baja retención → evaluación práctica por casos · Falta de seguimiento → dashboard institucional.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212080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 SmartCaps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/ supuesto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de tiempo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 lo operativo; el curso largo se percibe como pérdida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Cápsula de 3–5 min + tiempo visible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Brevedad gatilla interés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retención / desmotivación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Olvida si es pasivo; necesita metas cortas y casos reales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Evaluación práctica por casos + progreso/insignia + 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Práctica activa y refuerzo visual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Business Model Canvas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1945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1051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Alianzas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2011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tech, LMS, especialistas, instituciones educativas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9601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1051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Diseño, producción, adaptación, implementación y medición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1031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43200" y="2194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instruccional experto, producción audiovisual, multimedia y LMS/SCORM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960120"/>
            <a:ext cx="2286000" cy="2148840"/>
          </a:xfrm>
          <a:prstGeom prst="roundRect">
            <a:avLst>
              <a:gd name="adj" fmla="val 4255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74920" y="10515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325880"/>
            <a:ext cx="2103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breve, atractiva, medible y adaptable (microlearning con casos multimedia y simulaciones ramificadas)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9601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0" y="1051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Consultoría inicial + personalización + soporte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1031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98080" y="2194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B2B, web, alianzas, demos y licitaciones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38360" y="96012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FDE7DB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829800" y="10515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29800" y="132588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Empresas, universidades, OTEC y organismos públicos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1480" y="33375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611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académico, producción audiovisual (actores/videos), software, infraestructura y soporte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24612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3375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Programas, paquetes de cápsulas, licencias/recurrente y personalización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0D6B5C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2920" y="46177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5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 rojo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9377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institucional → dolor del aprendiz (tiempo / motivación / retención) → SmartCaps (micro + casos reales + evaluación + métricas)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0040" y="5669280"/>
            <a:ext cx="115214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Sostenibilidad (deseable): dimensión social/económica — reduce tiempo improductivo de formación y democratiza acceso a capacitación aplicable en el ecosistema chileno (empresas, educación y sector público).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CREATIVA · IMPACTO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Antes vs Después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DECEC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Curso tradicional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 45–60 minutos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  Baja motivación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Abandono / baja retención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10058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DDF5E9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SMARTCAPS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Microcápsula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3–5 minutos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2788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Casos reales + interacción multimedia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Evaluación inmediata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794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 Progreso visible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2976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Resultados institucionales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1480" y="5532120"/>
            <a:ext cx="11338560" cy="960120"/>
          </a:xfrm>
          <a:prstGeom prst="roundRect">
            <a:avLst>
              <a:gd name="adj" fmla="val 9524"/>
            </a:avLst>
          </a:prstGeom>
          <a:solidFill>
            <a:srgbClr val="0D6B5C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56692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“Aprender lo necesario, en el momento necesario.”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PITCH · ≤ 2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Pitch y Cierre — AIDA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DE7DB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12471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6B5C"/>
          </a:solidFill>
          <a:ln w="12700">
            <a:solidFill>
              <a:srgbClr val="0D6B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conocimiento se pierde cuando una capacitación corporativa u online se completa solo porque es obligatoria?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01168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217627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6B5C"/>
          </a:solidFill>
          <a:ln w="12700">
            <a:solidFill>
              <a:srgbClr val="0D6B5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176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1488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423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SmartCaps transforma contenidos extensos en microcápsulas interactivas de 3–5 minutos basadas en escenarios y casos reales.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DDF5E9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4360" y="322783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6B5C"/>
          </a:solidFill>
          <a:ln w="12700">
            <a:solidFill>
              <a:srgbClr val="0D6B5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3227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2004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multimedia dinámicos + evaluación práctica + gamificación ligera: aprender sin detener la jornada y dar trazabilidad completa a la institución (vía LMS/SCORM).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FF4EC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427939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6B5C"/>
          </a:solidFill>
          <a:ln w="12700">
            <a:solidFill>
              <a:srgbClr val="0D6B5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4279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 un módulo real → medir finalización, participación y aprendizaje → escalar con evidencia.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OneDrive (IPLACEX): [PEGAR ENLACE AQUÍ]  ·  Archivo: PaolaCornejo_Video_Examen_IE  ·  Intro: Paola Carmen Cornejo Carlevarino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NO FORMA PARTE DEL PITCH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SCAMPER completo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 al caso Laboratorio E-Learning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— Sustituir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Sustituir manuales PDF y módulos largos por microcápsulas interactivas con avatar IA.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Combinar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Combinar aprendizaje con el flujo de trabajo (correo/intranet) como píldoras formativas.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Adaptar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Adaptar mecánicas de juego (progreso, insignias) a cursos institucionales.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— Modificar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 de diseño estático a rutas adaptativas según respuestas previas.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— Otros usos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 también como repositorio just-in-time para dudas operativas.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— Eliminar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Eliminar evaluaciones teóricas largas; validación práctica por microcápsula.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— Reordenar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Primero desafío/caso práctico; después la teoría necesaria.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expediente Evaluación 2 (G4) + cierre individual examen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CRITERIOS DE DISEÑO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Criterios de diseño y validación pedagógica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557784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— Formato de contenido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la inmersión mediante dramatizaciones en video de situaciones reales de terreno frente a la teoría estática, validando que el formato de 3 a 5 minutos disminuye la fatiga digital.</a:t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960120"/>
            <a:ext cx="557784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5080" y="1097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2 — Accesibilidad y compatibilidad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50876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Asegurar que los componentes interactivos funcionen de forma nativa en plataformas LMS existentes (como Moodle o SAP) mediante paquetes SCORM estándar, sin requerir desarrollos tecnológicos complejos ni plataformas externas.</a:t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CONSTRUIR–MEDIR–APRENDER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Validación, iteración y matriz ampliada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1338560" cy="2011680"/>
          </a:xfrm>
          <a:prstGeom prst="roundRect">
            <a:avLst>
              <a:gd name="adj" fmla="val 4545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documentado al prototipo (desde testeo previo)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Cambio: eliminar drag-and-drop → botones táctiles grandes + modo Solo audio + “Intentos ilimitados”.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Por qué: fricción en móvil detectada en usuario de terreno (vendedor).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Pendiente: validar reporte de métricas en LMS clientes (Moodle/SAP) sin errores de compatibilidad.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00400"/>
          <a:ext cx="11338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Evidencia/supuesto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6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Abandono por tiempo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Capacitación vista como pérdida productiva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Cápsulas 3–5 min + cronómetro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Evidencia: brevedad genera interés / supuesto ≤5 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retención teórica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Olvida sin aplicación inmediata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Mini-quiz práctico por cápsula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Evidencia: práctica activa fija conocimiento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feedback de progreso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Frustración ante cursos interminables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Insignia + barra + dashboard RRHH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Supuesto: refuerzo visual aumenta retorno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Fricción móvil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Drag-and-drop falla en pantallas chicas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Botones grandes + Solo audio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testeo usuario en terreno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AUDITORÍA DEL PITCH CON 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Auditoría del guion AIDA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005840"/>
            <a:ext cx="8823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14300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Gemini (auditoría de síntesis y tono)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965960"/>
            <a:ext cx="8823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21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10312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“Audita este elevator pitch AIDA de ≤2 min para SmartCaps/Laboratorio E-Learning: mejora gancho, empatía con arquetipo, claridad de valor, llamada a la acción y ritmo oral.”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926080"/>
            <a:ext cx="8823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82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06324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Acortar frases; anclar el dolor en el aprendiz; explicitar LMS/SCORM; cerrar con piloto medible; evitar jerga.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8862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886200"/>
            <a:ext cx="8823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42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hechos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402336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IPLACEX obligatoria; gancho retórico; deseo con trazabilidad institucional; acción = piloto + métricas.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8463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D8F0EA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4846320"/>
            <a:ext cx="8823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023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final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4983480"/>
            <a:ext cx="8458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lámina 7 + archivo docs/guion-video-aida-2min.md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3657600"/>
          </a:xfrm>
          <a:prstGeom prst="ellipse">
            <a:avLst/>
          </a:prstGeom>
          <a:solidFill>
            <a:srgbClr val="C8E8E0">
              <a:alpha val="60000"/>
            </a:srgbClr>
          </a:solidFill>
          <a:ln w="12700">
            <a:solidFill>
              <a:srgbClr val="C8E8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731520"/>
            <a:ext cx="4114800" cy="3200400"/>
          </a:xfrm>
          <a:prstGeom prst="ellipse">
            <a:avLst/>
          </a:prstGeom>
          <a:solidFill>
            <a:srgbClr val="F8D9C8">
              <a:alpha val="55000"/>
            </a:srgbClr>
          </a:solidFill>
          <a:ln w="12700">
            <a:solidFill>
              <a:srgbClr val="F8D9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FORMALIDADES DE ENTREGA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Checklist de entrega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PPT/PDF exactamente 7 láminas de pitch (+ anexos desde la 8) — nombre: PaolaCornejo_Examen_IE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Video ≤ 2 min — nombre: PaolaCornejo_Video_Examen_IE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Intro obligatoria: Paola Carmen Cornejo Carlevarino · Innovación y Emprendimiento · fines educativos IPLACEX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358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Estructura AIDA · grabación continua sin cortes · horizontal ≥720p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758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Subir a OneDrive institucional · enlace verificable · NO YouDrive/YouTube/redes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20624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159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Pegar enlace en lámina 7 · entrega hasta 21-sep-2026 23:59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84632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956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Trabajo individual · caso Laboratorio E-Learning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5486400"/>
            <a:ext cx="11338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596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Datos del dashboard: demostrativos del prototipo (no evidencia de cliente real)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Examen IE — Laboratorio E-Learning · SmartCaps</dc:title>
  <dc:subject>7 láminas + anexos — Paola Cornejo</dc:subject>
  <dc:creator>Paola Carmen Cornejo Carlevarino</dc:creator>
  <cp:lastModifiedBy>Paola Carmen Cornejo Carlevarino</cp:lastModifiedBy>
  <cp:revision>1</cp:revision>
  <dcterms:created xsi:type="dcterms:W3CDTF">2026-09-12T01:15:50Z</dcterms:created>
  <dcterms:modified xsi:type="dcterms:W3CDTF">2026-09-12T01:15:50Z</dcterms:modified>
</cp:coreProperties>
</file>